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8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45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spatial_ppt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10195560" y="41148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3" name="Image 1" descr="/root/work/spatial_ppt/thapa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8" y="548640"/>
            <a:ext cx="1289304" cy="9144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4892040" y="91440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A4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892040" y="914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89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 •  UCS503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4892040" y="15087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Memory &amp; Local Web Search Canvas</a:t>
            </a:r>
            <a:endParaRPr lang="en-US" sz="3800" dirty="0"/>
          </a:p>
        </p:txBody>
      </p:sp>
      <p:sp>
        <p:nvSpPr>
          <p:cNvPr id="37" name="Text 33"/>
          <p:cNvSpPr txBox="1"/>
          <p:nvPr/>
        </p:nvSpPr>
        <p:spPr>
          <a:xfrm>
            <a:off x="4892040" y="30632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browser extension that transforms tab management into an interactive 2D spatial canvas”</a:t>
            </a:r>
            <a:endParaRPr lang="en-US" sz="1450" dirty="0"/>
          </a:p>
        </p:txBody>
      </p:sp>
      <p:sp>
        <p:nvSpPr>
          <p:cNvPr id="38" name="Text 34"/>
          <p:cNvSpPr txBox="1"/>
          <p:nvPr/>
        </p:nvSpPr>
        <p:spPr>
          <a:xfrm>
            <a:off x="48920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9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4892040" y="42793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Dadwal</a:t>
            </a:r>
            <a:r>
              <a:rPr lang="en-US" sz="12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(1024160014)</a:t>
            </a:r>
            <a:endParaRPr lang="en-US" sz="1450" dirty="0"/>
          </a:p>
        </p:txBody>
      </p:sp>
      <p:sp>
        <p:nvSpPr>
          <p:cNvPr id="40" name="Text 36"/>
          <p:cNvSpPr txBox="1"/>
          <p:nvPr/>
        </p:nvSpPr>
        <p:spPr>
          <a:xfrm>
            <a:off x="4892040" y="46451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Jyotsna Sachdeva</a:t>
            </a:r>
            <a:r>
              <a:rPr lang="en-US" sz="12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(1024160133)</a:t>
            </a:r>
            <a:endParaRPr lang="en-US" sz="1450" dirty="0"/>
          </a:p>
        </p:txBody>
      </p:sp>
      <p:sp>
        <p:nvSpPr>
          <p:cNvPr id="41" name="Text 37"/>
          <p:cNvSpPr txBox="1"/>
          <p:nvPr/>
        </p:nvSpPr>
        <p:spPr>
          <a:xfrm>
            <a:off x="4892040" y="50109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Bisman Singh Rai</a:t>
            </a:r>
            <a:r>
              <a:rPr lang="en-US" sz="12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(1024160130)</a:t>
            </a:r>
            <a:endParaRPr lang="en-US" sz="1450" dirty="0"/>
          </a:p>
        </p:txBody>
      </p:sp>
      <p:sp>
        <p:nvSpPr>
          <p:cNvPr id="42" name="Text 38"/>
          <p:cNvSpPr txBox="1"/>
          <p:nvPr/>
        </p:nvSpPr>
        <p:spPr>
          <a:xfrm>
            <a:off x="489204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Jeelani Asif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489204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&amp; Technology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F833A-1472-3CFE-FABD-4EA0D6206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62" y="257174"/>
            <a:ext cx="3830836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spatial_ppt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54512" y="237744"/>
            <a:ext cx="9601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1B2436">
                <a:alpha val="15000"/>
              </a:srgbClr>
            </a:outerShdw>
          </a:effectLst>
        </p:spPr>
      </p:sp>
      <p:pic>
        <p:nvPicPr>
          <p:cNvPr id="4" name="Image 1" descr="/root/work/spatial_ppt/thapa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9184"/>
            <a:ext cx="740664" cy="5212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84048"/>
            <a:ext cx="2337206" cy="329184"/>
          </a:xfrm>
          <a:prstGeom prst="roundRect">
            <a:avLst>
              <a:gd name="adj" fmla="val 50000"/>
            </a:avLst>
          </a:prstGeom>
          <a:solidFill>
            <a:srgbClr val="EDEFF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384048"/>
            <a:ext cx="233720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9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8412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69164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Meridian: Latent Cartographer (our working name for the Spatial Canvas extension) turns your browser tabs into an interactive 2D map instead of a cramped strip of icons. It runs entirely on-device — a small WebAssembly AI model reads each page and quietly organises it for you, with nothing ever sent to a server.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24612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captures active tabs, PDFs and notes in the background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on-device semantic embeddings (Xenova/all-MiniLM-L6-v2)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pages into visual clusters you can pan, zoom and explore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local-first — your browsing history never leaves your machine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406640" y="178308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27000" dist="38100" dir="5400000" algn="bl" rotWithShape="0">
              <a:srgbClr val="1B2436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06640" y="1783080"/>
            <a:ext cx="109728" cy="1234440"/>
          </a:xfrm>
          <a:prstGeom prst="roundRect">
            <a:avLst/>
          </a:prstGeom>
          <a:solidFill>
            <a:srgbClr val="0F1F3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680960" y="19110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384-d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532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vector embeddings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406640" y="3264408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612900000" dist="483870000" algn="bl" rotWithShape="0">
              <a:srgbClr val="1B2436">
                <a:alpha val="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0" y="3264408"/>
            <a:ext cx="109728" cy="1234440"/>
          </a:xfrm>
          <a:prstGeom prst="roundRect">
            <a:avLst/>
          </a:prstGeom>
          <a:solidFill>
            <a:srgbClr val="9E1B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680960" y="33924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 ms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40142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search-by-intent latency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406640" y="4745736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06640" y="4745736"/>
            <a:ext cx="109728" cy="1234440"/>
          </a:xfrm>
          <a:prstGeom prst="roundRect">
            <a:avLst/>
          </a:prstGeom>
          <a:solidFill>
            <a:srgbClr val="0F1F3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680960" y="4873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FPS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54955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pannable spatial canvas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5288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Rahul Dadwal (1024160014)  •  Jyotsna Sachdeva (1024160133)  •  Bisman Singh Rai (1024160130)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spatial_ppt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54512" y="237744"/>
            <a:ext cx="9601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1B2436">
                <a:alpha val="15000"/>
              </a:srgbClr>
            </a:outerShdw>
          </a:effectLst>
        </p:spPr>
      </p:sp>
      <p:pic>
        <p:nvPicPr>
          <p:cNvPr id="4" name="Image 1" descr="/root/work/spatial_ppt/thapa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9184"/>
            <a:ext cx="740664" cy="5212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84048"/>
            <a:ext cx="2121408" cy="329184"/>
          </a:xfrm>
          <a:prstGeom prst="roundRect">
            <a:avLst>
              <a:gd name="adj" fmla="val 50000"/>
            </a:avLst>
          </a:prstGeom>
          <a:solidFill>
            <a:srgbClr val="EDEFF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384048"/>
            <a:ext cx="212140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9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MOTIVATION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8412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6916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and researcher knows this feeling: forty tabs open, three PDFs, half-finished searches — and no memory of where anything was. Regular tab bars and bookmarks were never built for this kind of research.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88036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bars show only tiny, clipped titles — spatial memory (“it was on the left, near the blue diagram”) is completely lost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folders turn a living research trail into a flat, static list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“smart search” tools send browsing history to a server, adding latency, cost and privacy risk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laptop for the night shouldn’t mean losing a day of research context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5623560"/>
            <a:ext cx="6309360" cy="777240"/>
          </a:xfrm>
          <a:prstGeom prst="roundRect">
            <a:avLst>
              <a:gd name="adj" fmla="val 10588"/>
            </a:avLst>
          </a:prstGeom>
          <a:solidFill>
            <a:srgbClr val="0F1F3D"/>
          </a:solidFill>
          <a:ln/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22960" y="56235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zero-cost, local-first visual memory map lets you resume research with almost no friction — and total privacy.”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452360" y="2103120"/>
            <a:ext cx="41605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635240" y="2286000"/>
            <a:ext cx="868680" cy="219456"/>
          </a:xfrm>
          <a:prstGeom prst="rect">
            <a:avLst/>
          </a:prstGeom>
          <a:solidFill>
            <a:srgbClr val="9E1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95360" y="2286000"/>
            <a:ext cx="868680" cy="219456"/>
          </a:xfrm>
          <a:prstGeom prst="rect">
            <a:avLst/>
          </a:prstGeom>
          <a:solidFill>
            <a:srgbClr val="C7CE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55480" y="2286000"/>
            <a:ext cx="868680" cy="219456"/>
          </a:xfrm>
          <a:prstGeom prst="rect">
            <a:avLst/>
          </a:prstGeom>
          <a:solidFill>
            <a:srgbClr val="C7CE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515600" y="2286000"/>
            <a:ext cx="868680" cy="219456"/>
          </a:xfrm>
          <a:prstGeom prst="rect">
            <a:avLst/>
          </a:prstGeom>
          <a:solidFill>
            <a:srgbClr val="9E1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35240" y="2606040"/>
            <a:ext cx="868680" cy="219456"/>
          </a:xfrm>
          <a:prstGeom prst="rect">
            <a:avLst/>
          </a:prstGeom>
          <a:solidFill>
            <a:srgbClr val="C7CE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95360" y="2606040"/>
            <a:ext cx="868680" cy="219456"/>
          </a:xfrm>
          <a:prstGeom prst="rect">
            <a:avLst/>
          </a:prstGeom>
          <a:solidFill>
            <a:srgbClr val="C7CE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555480" y="2606040"/>
            <a:ext cx="868680" cy="219456"/>
          </a:xfrm>
          <a:prstGeom prst="rect">
            <a:avLst/>
          </a:prstGeom>
          <a:solidFill>
            <a:srgbClr val="9E1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515600" y="2606040"/>
            <a:ext cx="868680" cy="219456"/>
          </a:xfrm>
          <a:prstGeom prst="rect">
            <a:avLst/>
          </a:prstGeom>
          <a:solidFill>
            <a:srgbClr val="C7CE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635240" y="29718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tabs — titles clipped, no memory of position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4523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SPATIAL CANVAS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452360" y="4297680"/>
            <a:ext cx="4160520" cy="160020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/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863840" y="4663440"/>
            <a:ext cx="502920" cy="32004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01000" y="4983480"/>
            <a:ext cx="365760" cy="36576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 flipV="1">
            <a:off x="8366760" y="4617720"/>
            <a:ext cx="411480" cy="36576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778240" y="4617720"/>
            <a:ext cx="548640" cy="32004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flipV="1">
            <a:off x="9326880" y="4709160"/>
            <a:ext cx="457200" cy="22860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326880" y="4937760"/>
            <a:ext cx="640080" cy="36576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326880" y="5303520"/>
            <a:ext cx="640080" cy="13716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78240" y="4617720"/>
            <a:ext cx="548640" cy="822960"/>
          </a:xfrm>
          <a:prstGeom prst="line">
            <a:avLst/>
          </a:prstGeom>
          <a:noFill/>
          <a:ln w="12700">
            <a:solidFill>
              <a:srgbClr val="5A6E9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781544" y="4581144"/>
            <a:ext cx="164592" cy="164592"/>
          </a:xfrm>
          <a:prstGeom prst="ellipse">
            <a:avLst/>
          </a:prstGeom>
          <a:solidFill>
            <a:srgbClr val="C89A48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84464" y="4901184"/>
            <a:ext cx="164592" cy="164592"/>
          </a:xfrm>
          <a:prstGeom prst="ellipse">
            <a:avLst/>
          </a:prstGeom>
          <a:solidFill>
            <a:srgbClr val="C9D9F2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918704" y="5266944"/>
            <a:ext cx="164592" cy="164592"/>
          </a:xfrm>
          <a:prstGeom prst="ellipse">
            <a:avLst/>
          </a:prstGeom>
          <a:solidFill>
            <a:srgbClr val="9E1B2E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695944" y="4535424"/>
            <a:ext cx="164592" cy="164592"/>
          </a:xfrm>
          <a:prstGeom prst="ellipse">
            <a:avLst/>
          </a:prstGeom>
          <a:solidFill>
            <a:srgbClr val="C9D9F2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244584" y="4855464"/>
            <a:ext cx="164592" cy="164592"/>
          </a:xfrm>
          <a:prstGeom prst="ellipse">
            <a:avLst/>
          </a:prstGeom>
          <a:solidFill>
            <a:srgbClr val="C89A48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701784" y="4626864"/>
            <a:ext cx="164592" cy="164592"/>
          </a:xfrm>
          <a:prstGeom prst="ellipse">
            <a:avLst/>
          </a:prstGeom>
          <a:solidFill>
            <a:srgbClr val="9E1B2E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884664" y="5221224"/>
            <a:ext cx="164592" cy="164592"/>
          </a:xfrm>
          <a:prstGeom prst="ellipse">
            <a:avLst/>
          </a:prstGeom>
          <a:solidFill>
            <a:srgbClr val="C9D9F2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9244584" y="5358384"/>
            <a:ext cx="164592" cy="164592"/>
          </a:xfrm>
          <a:prstGeom prst="ellipse">
            <a:avLst/>
          </a:prstGeom>
          <a:solidFill>
            <a:srgbClr val="C89A48"/>
          </a:solidFill>
          <a:ln w="15240">
            <a:solidFill>
              <a:srgbClr val="0F1F3D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635240" y="5532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by meaning — search by intent, not keyword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548640" y="65288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Rahul Dadwal (1024160014)  •  Jyotsna Sachdeva (1024160133)  •  Bisman Singh Rai (1024160130)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spatial_ppt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54512" y="237744"/>
            <a:ext cx="9601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1B2436">
                <a:alpha val="15000"/>
              </a:srgbClr>
            </a:outerShdw>
          </a:effectLst>
        </p:spPr>
      </p:sp>
      <p:pic>
        <p:nvPicPr>
          <p:cNvPr id="4" name="Image 1" descr="/root/work/spatial_ppt/thapa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9184"/>
            <a:ext cx="740664" cy="5212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84048"/>
            <a:ext cx="2876702" cy="329184"/>
          </a:xfrm>
          <a:prstGeom prst="roundRect">
            <a:avLst>
              <a:gd name="adj" fmla="val 50000"/>
            </a:avLst>
          </a:prstGeom>
          <a:solidFill>
            <a:srgbClr val="EDEFF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384048"/>
            <a:ext cx="287670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9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PROBLEM STATEMENT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8412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627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recurring pain points, straight from how developers and researchers actually work: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21488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04672" y="2404872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04672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36829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&amp; Tab Overload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 across flat, linear tab bars where titles and context get clipped.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89320" y="214884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5352" y="2404872"/>
            <a:ext cx="502920" cy="502920"/>
          </a:xfrm>
          <a:prstGeom prst="ellipse">
            <a:avLst/>
          </a:prstGeom>
          <a:solidFill>
            <a:srgbClr val="9E1B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245352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903720" y="236829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Drift &amp; Shallow Indexing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6245352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store static URLs; simple text search misses code snippets, tables and buried details.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407408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4672" y="4663440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04672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1463040" y="462686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Privacy Risk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804672" y="532180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“smart search” adds network lag, API cost, and exposes browsing history externally.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989320" y="4407408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45352" y="4663440"/>
            <a:ext cx="502920" cy="502920"/>
          </a:xfrm>
          <a:prstGeom prst="ellipse">
            <a:avLst/>
          </a:prstGeom>
          <a:solidFill>
            <a:srgbClr val="9E1B2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245352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6903720" y="462686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Inefficiency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6245352" y="532180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screenshots and raw page snapshots quietly exhaust browser memory and storage.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5288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Rahul Dadwal (1024160014)  •  Jyotsna Sachdeva (1024160133)  •  Bisman Singh Rai (1024160130)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spatial_ppt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54512" y="237744"/>
            <a:ext cx="9601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1B2436">
                <a:alpha val="15000"/>
              </a:srgbClr>
            </a:outerShdw>
          </a:effectLst>
        </p:spPr>
      </p:sp>
      <p:pic>
        <p:nvPicPr>
          <p:cNvPr id="4" name="Image 1" descr="/root/work/spatial_ppt/thapa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9184"/>
            <a:ext cx="740664" cy="5212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84048"/>
            <a:ext cx="3524098" cy="329184"/>
          </a:xfrm>
          <a:prstGeom prst="roundRect">
            <a:avLst>
              <a:gd name="adj" fmla="val 50000"/>
            </a:avLst>
          </a:prstGeom>
          <a:solidFill>
            <a:srgbClr val="EDEFF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384048"/>
            <a:ext cx="352409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9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OUR SOLUTION  ·  1 OF 3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8412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5361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decoupled, client-side Chromium extension (Manifest V3) — nothing ever leaves the device.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359152"/>
            <a:ext cx="146304" cy="146304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41248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Tabs, local PDFs (pdf.js), Markdown notes &amp; code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273552"/>
            <a:ext cx="146304" cy="146304"/>
          </a:xfrm>
          <a:prstGeom prst="ellipse">
            <a:avLst/>
          </a:prstGeom>
          <a:solidFill>
            <a:srgbClr val="9E1B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41248" y="3154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 engine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41248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MiniLM-L6-v2 via ONNX/WASM workers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87952"/>
            <a:ext cx="146304" cy="146304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" y="4069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2D canvas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41248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Konva.js force-directed clusters at 60 FPS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5102352"/>
            <a:ext cx="146304" cy="146304"/>
          </a:xfrm>
          <a:prstGeom prst="ellipse">
            <a:avLst/>
          </a:prstGeom>
          <a:solidFill>
            <a:srgbClr val="9E1B2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41248" y="4983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storage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41248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(hot) + OPFS (cold), SQ8-quantized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30724" y="1536192"/>
            <a:ext cx="6694832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pic>
        <p:nvPicPr>
          <p:cNvPr id="22" name="Image 2" descr="/root/work/spatial_ppt/pdf_pages/fig3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1892" y="1737360"/>
            <a:ext cx="6292496" cy="3977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630724" y="5989320"/>
            <a:ext cx="669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end-to-end architecture — decoupled MV3 ingestion, async ML workers, tiered storage and the canvas UI.  (Source: team proposal, Fig. 3)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5288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Rahul Dadwal (1024160014)  •  Jyotsna Sachdeva (1024160133)  •  Bisman Singh Rai (1024160130)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spatial_ppt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54512" y="237744"/>
            <a:ext cx="9601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1B2436">
                <a:alpha val="15000"/>
              </a:srgbClr>
            </a:outerShdw>
          </a:effectLst>
        </p:spPr>
      </p:sp>
      <p:pic>
        <p:nvPicPr>
          <p:cNvPr id="4" name="Image 1" descr="/root/work/spatial_ppt/thapa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9184"/>
            <a:ext cx="740664" cy="5212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84048"/>
            <a:ext cx="3524098" cy="329184"/>
          </a:xfrm>
          <a:prstGeom prst="roundRect">
            <a:avLst>
              <a:gd name="adj" fmla="val 50000"/>
            </a:avLst>
          </a:prstGeom>
          <a:solidFill>
            <a:srgbClr val="EDEFF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384048"/>
            <a:ext cx="352409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9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OUR SOLUTION  ·  2 OF 3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8412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&amp; Embedding Pipeline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5361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 is pushed through an eight-stage pipeline — from raw DOM to a point on the canvas: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47472" y="1965960"/>
            <a:ext cx="11466576" cy="3482073"/>
          </a:xfrm>
          <a:prstGeom prst="roundRect">
            <a:avLst>
              <a:gd name="adj" fmla="val 210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pic>
        <p:nvPicPr>
          <p:cNvPr id="10" name="Image 2" descr="/root/work/spatial_ppt/pdf_pages/fig1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167128"/>
            <a:ext cx="11064240" cy="307973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7472" y="5521185"/>
            <a:ext cx="11466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Squarish pipeline architecture — DOM sanitization, sliding-window chunking, on-device WASM embedding, SQ8 quantization and 60 FPS canvas projection.  (Source: team proposal, Fig. 1)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48640" y="6042393"/>
            <a:ext cx="3118104" cy="42062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48640" y="6042393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256-token window / 50-token overlap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849624" y="6042393"/>
            <a:ext cx="1623974" cy="420624"/>
          </a:xfrm>
          <a:prstGeom prst="roundRect">
            <a:avLst>
              <a:gd name="adj" fmla="val 50000"/>
            </a:avLst>
          </a:prstGeom>
          <a:solidFill>
            <a:srgbClr val="9E1B2E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3849624" y="6042393"/>
            <a:ext cx="16239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embeddings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56478" y="6042393"/>
            <a:ext cx="1781251" cy="42062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656478" y="6042393"/>
            <a:ext cx="17812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SQ8 → ~75% smaller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620610" y="6042393"/>
            <a:ext cx="1859890" cy="420624"/>
          </a:xfrm>
          <a:prstGeom prst="roundRect">
            <a:avLst>
              <a:gd name="adj" fmla="val 50000"/>
            </a:avLst>
          </a:prstGeom>
          <a:solidFill>
            <a:srgbClr val="9E1B2E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620610" y="6042393"/>
            <a:ext cx="18598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force layout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288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Rahul Dadwal (1024160014)  •  Jyotsna Sachdeva (1024160133)  •  Bisman Singh Rai (1024160130)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/spatial_ppt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54512" y="237744"/>
            <a:ext cx="9601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1B2436">
                <a:alpha val="15000"/>
              </a:srgbClr>
            </a:outerShdw>
          </a:effectLst>
        </p:spPr>
      </p:sp>
      <p:pic>
        <p:nvPicPr>
          <p:cNvPr id="4" name="Image 1" descr="/root/work/spatial_ppt/thapa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29184"/>
            <a:ext cx="740664" cy="5212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84048"/>
            <a:ext cx="3524098" cy="329184"/>
          </a:xfrm>
          <a:prstGeom prst="roundRect">
            <a:avLst>
              <a:gd name="adj" fmla="val 50000"/>
            </a:avLst>
          </a:prstGeom>
          <a:solidFill>
            <a:srgbClr val="EDEFF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384048"/>
            <a:ext cx="352409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9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OUR SOLUTION  ·  3 OF 3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8412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Search, Storage &amp; Delivery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1792532" y="1481328"/>
            <a:ext cx="8576456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algn="bl" rotWithShape="0">
              <a:srgbClr val="1B2436">
                <a:alpha val="0"/>
              </a:srgbClr>
            </a:outerShdw>
          </a:effectLst>
        </p:spPr>
      </p:sp>
      <p:pic>
        <p:nvPicPr>
          <p:cNvPr id="9" name="Image 2" descr="/root/work/spatial_ppt/pdf_pages/fig2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700" y="1682496"/>
            <a:ext cx="8174120" cy="1783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92532" y="3739896"/>
            <a:ext cx="857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retrieval — live WASM embedding, SQ8 cosine scoring and smooth viewport easing, end to end in ≤20ms.  (Source: team proposal, Fig. 2)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48640" y="4050792"/>
            <a:ext cx="3194834" cy="1444752"/>
          </a:xfrm>
          <a:prstGeom prst="roundRect">
            <a:avLst>
              <a:gd name="adj" fmla="val 5063"/>
            </a:avLst>
          </a:prstGeom>
          <a:solidFill>
            <a:srgbClr val="0F1F3D"/>
          </a:solidFill>
          <a:ln/>
          <a:effectLst>
            <a:outerShdw algn="bl" rotWithShape="0">
              <a:srgbClr val="1B2436">
                <a:alpha val="0"/>
              </a:srgbClr>
            </a:outerShdw>
          </a:effectLst>
        </p:spPr>
      </p:sp>
      <p:pic>
        <p:nvPicPr>
          <p:cNvPr id="12" name="Image 3" descr="/root/work/spatial_ppt/pdf_pages/prd_arch_f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123944"/>
            <a:ext cx="3048530" cy="129844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5550408"/>
            <a:ext cx="3194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 — Spatial Canvas PRD architecture diagram</a:t>
            </a:r>
            <a:endParaRPr lang="en-US" sz="950" dirty="0"/>
          </a:p>
        </p:txBody>
      </p:sp>
      <p:sp>
        <p:nvSpPr>
          <p:cNvPr id="14" name="Text 8"/>
          <p:cNvSpPr txBox="1"/>
          <p:nvPr/>
        </p:nvSpPr>
        <p:spPr>
          <a:xfrm>
            <a:off x="5806440" y="4050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806440" y="4343400"/>
            <a:ext cx="1192378" cy="329184"/>
          </a:xfrm>
          <a:prstGeom prst="roundRect">
            <a:avLst>
              <a:gd name="adj" fmla="val 50000"/>
            </a:avLst>
          </a:prstGeom>
          <a:ln w="13970">
            <a:solidFill>
              <a:srgbClr val="0F1F3D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806440" y="4343400"/>
            <a:ext cx="11923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7126834" y="4343400"/>
            <a:ext cx="892454" cy="329184"/>
          </a:xfrm>
          <a:prstGeom prst="roundRect">
            <a:avLst>
              <a:gd name="adj" fmla="val 50000"/>
            </a:avLst>
          </a:prstGeom>
          <a:ln w="13970">
            <a:solidFill>
              <a:srgbClr val="0F1F3D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126834" y="4343400"/>
            <a:ext cx="8924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Konva.js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147304" y="4343400"/>
            <a:ext cx="1942186" cy="329184"/>
          </a:xfrm>
          <a:prstGeom prst="roundRect">
            <a:avLst>
              <a:gd name="adj" fmla="val 50000"/>
            </a:avLst>
          </a:prstGeom>
          <a:ln w="13970">
            <a:solidFill>
              <a:srgbClr val="0F1F3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147304" y="4343400"/>
            <a:ext cx="19421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Transformers.js (WASM)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806440" y="4764024"/>
            <a:ext cx="1492301" cy="329184"/>
          </a:xfrm>
          <a:prstGeom prst="roundRect">
            <a:avLst>
              <a:gd name="adj" fmla="val 50000"/>
            </a:avLst>
          </a:prstGeom>
          <a:ln w="13970">
            <a:solidFill>
              <a:srgbClr val="0F1F3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806440" y="4764024"/>
            <a:ext cx="14923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+ OPFS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426757" y="4764024"/>
            <a:ext cx="1117397" cy="329184"/>
          </a:xfrm>
          <a:prstGeom prst="roundRect">
            <a:avLst>
              <a:gd name="adj" fmla="val 50000"/>
            </a:avLst>
          </a:prstGeom>
          <a:ln w="13970">
            <a:solidFill>
              <a:srgbClr val="0F1F3D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426757" y="4764024"/>
            <a:ext cx="11173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806440" y="5266944"/>
            <a:ext cx="5833872" cy="1133856"/>
          </a:xfrm>
          <a:prstGeom prst="roundRect">
            <a:avLst>
              <a:gd name="adj" fmla="val 6452"/>
            </a:avLst>
          </a:prstGeom>
          <a:solidFill>
            <a:srgbClr val="9E1B2E"/>
          </a:solidFill>
          <a:ln/>
          <a:effectLst>
            <a:outerShdw algn="bl" rotWithShape="0">
              <a:srgbClr val="1B2436">
                <a:alpha val="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6044184" y="5266944"/>
            <a:ext cx="5358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exports the whole canvas as a single, shareable .html file — vectors and thumbnails included, no backend required.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5288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Rahul Dadwal (1024160014)  •  Jyotsna Sachdeva (1024160133)  •  Bisman Singh Rai (1024160130)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859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TechnoTykes Institute</cp:lastModifiedBy>
  <cp:revision>3</cp:revision>
  <dcterms:created xsi:type="dcterms:W3CDTF">2026-09-01T10:09:16Z</dcterms:created>
  <dcterms:modified xsi:type="dcterms:W3CDTF">2026-09-01T10:21:29Z</dcterms:modified>
</cp:coreProperties>
</file>